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1.xml"/><Relationship Id="rId1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Regional Sales Analysis Report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Trends, top-performing regions, customer behavior, and growth opportunities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5619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Dataset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011784"/>
            <a:ext cx="2290465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21535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64,104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460054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Rows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2011784"/>
            <a:ext cx="2290539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21535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460054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97038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112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Fields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4186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Region, category, sales, order date, customer segments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6899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1473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510582"/>
            <a:ext cx="2628230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via pandas, cleaned nulls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Merged sheets, renamed to snake_case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total_cost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profit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profit_margin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993725"/>
            <a:ext cx="18823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Monthly Sales Trend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31" y="1286024"/>
            <a:ext cx="4890939" cy="2309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26531" y="4064719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January peaks at </a:t>
            </a:r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$124M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dipping to </a:t>
            </a:r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$95M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April — pronounced seasonality.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46368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Revenue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SKU Concentration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&amp; 25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drive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~25%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total sales.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 by Channel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Channel Trade-Off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Wholesale: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54% of volume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~38% avg margin — highest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36414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Geographic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0201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California Dominance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7.6K orders · $230M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506563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West region shows the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swings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7376"/>
            <a:ext cx="37126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13880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222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52923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Overview &amp; Trend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113880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222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2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52923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&amp; Channel Performance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113880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222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52923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&amp; Customer Insights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69" y="1782366"/>
            <a:ext cx="76200" cy="1081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2249686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$124M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Apr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$95M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60601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551" y="1782366"/>
            <a:ext cx="76200" cy="10817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SKU Concentration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78560" y="2249686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26 &amp; 25 =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~25%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sales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25083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1782366"/>
            <a:ext cx="76200" cy="10817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042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Channel Trade-Off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43042" y="224968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Wholesale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54%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vol; Export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~38%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margin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6119" y="300588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69" y="3005882"/>
            <a:ext cx="76200" cy="10817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4077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Geography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14077" y="3473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California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7.6K orders, $230M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West most volatile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60601" y="300588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551" y="3005882"/>
            <a:ext cx="76200" cy="108175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78560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Customers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3478560" y="3473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Aibox Company &amp; State Ltd lead revenue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7343"/>
            <a:ext cx="5729585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Recommendations &amp; Conclusion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72901" y="1087189"/>
            <a:ext cx="2646908" cy="1514773"/>
          </a:xfrm>
          <a:prstGeom prst="roundRect">
            <a:avLst>
              <a:gd name="adj" fmla="val 1338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963" y="1222251"/>
            <a:ext cx="405333" cy="40533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435" y="1333649"/>
            <a:ext cx="182389" cy="1823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7963" y="1756321"/>
            <a:ext cx="182106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 Promotions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07963" y="2044675"/>
            <a:ext cx="237678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April recovery, January amplification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248546" y="1087189"/>
            <a:ext cx="2646908" cy="1514773"/>
          </a:xfrm>
          <a:prstGeom prst="roundRect">
            <a:avLst>
              <a:gd name="adj" fmla="val 1338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607" y="1222251"/>
            <a:ext cx="405333" cy="4053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5080" y="1333649"/>
            <a:ext cx="182389" cy="1823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83607" y="175632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SKU Optimization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3383607" y="2044675"/>
            <a:ext cx="237678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Products 26 &amp; 25; phase out low-margin SKUs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6024190" y="1087189"/>
            <a:ext cx="2646908" cy="1514773"/>
          </a:xfrm>
          <a:prstGeom prst="roundRect">
            <a:avLst>
              <a:gd name="adj" fmla="val 1338"/>
            </a:avLst>
          </a:prstGeom>
          <a:solidFill>
            <a:srgbClr val="EAE8F3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9252" y="1222251"/>
            <a:ext cx="405333" cy="40533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0724" y="1333649"/>
            <a:ext cx="182389" cy="18238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59252" y="175632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Channel Expansion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6159252" y="2044675"/>
            <a:ext cx="237678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Incentivize Export; volume deals in Wholesale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472901" y="2730698"/>
            <a:ext cx="4034730" cy="1303660"/>
          </a:xfrm>
          <a:prstGeom prst="roundRect">
            <a:avLst>
              <a:gd name="adj" fmla="val 1555"/>
            </a:avLst>
          </a:prstGeom>
          <a:solidFill>
            <a:srgbClr val="EAE8F3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963" y="2865760"/>
            <a:ext cx="405333" cy="405333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9435" y="2977158"/>
            <a:ext cx="182389" cy="182389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07963" y="3399830"/>
            <a:ext cx="17887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Regional Investment</a:t>
            </a:r>
            <a:endParaRPr lang="en-US" sz="1300" dirty="0"/>
          </a:p>
        </p:txBody>
      </p:sp>
      <p:sp>
        <p:nvSpPr>
          <p:cNvPr id="22" name="Text 12"/>
          <p:cNvSpPr/>
          <p:nvPr/>
        </p:nvSpPr>
        <p:spPr>
          <a:xfrm>
            <a:off x="607963" y="3688184"/>
            <a:ext cx="37646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Replicate California; boost Northeast &amp; Midwest</a:t>
            </a:r>
            <a:endParaRPr lang="en-US" sz="1050" dirty="0"/>
          </a:p>
        </p:txBody>
      </p:sp>
      <p:sp>
        <p:nvSpPr>
          <p:cNvPr id="23" name="Shape 13"/>
          <p:cNvSpPr/>
          <p:nvPr/>
        </p:nvSpPr>
        <p:spPr>
          <a:xfrm>
            <a:off x="4636368" y="2730698"/>
            <a:ext cx="4034730" cy="1303660"/>
          </a:xfrm>
          <a:prstGeom prst="roundRect">
            <a:avLst>
              <a:gd name="adj" fmla="val 1555"/>
            </a:avLst>
          </a:prstGeom>
          <a:solidFill>
            <a:srgbClr val="EAE8F3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1430" y="2865760"/>
            <a:ext cx="405333" cy="405333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2902" y="2977158"/>
            <a:ext cx="182389" cy="182389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4771430" y="339983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Margin Monitoring</a:t>
            </a:r>
            <a:endParaRPr lang="en-US" sz="1300" dirty="0"/>
          </a:p>
        </p:txBody>
      </p:sp>
      <p:sp>
        <p:nvSpPr>
          <p:cNvPr id="27" name="Text 15"/>
          <p:cNvSpPr/>
          <p:nvPr/>
        </p:nvSpPr>
        <p:spPr>
          <a:xfrm>
            <a:off x="4771430" y="3688184"/>
            <a:ext cx="37646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 orders below 80% margin; analyze cost drivers</a:t>
            </a:r>
            <a:endParaRPr lang="en-US" sz="1050" dirty="0"/>
          </a:p>
        </p:txBody>
      </p:sp>
      <p:sp>
        <p:nvSpPr>
          <p:cNvPr id="28" name="Shape 16"/>
          <p:cNvSpPr/>
          <p:nvPr/>
        </p:nvSpPr>
        <p:spPr>
          <a:xfrm>
            <a:off x="472901" y="4179243"/>
            <a:ext cx="8198197" cy="556915"/>
          </a:xfrm>
          <a:prstGeom prst="roundRect">
            <a:avLst>
              <a:gd name="adj" fmla="val 3639"/>
            </a:avLst>
          </a:prstGeom>
          <a:solidFill>
            <a:srgbClr val="B6FCB8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7963" y="4386932"/>
            <a:ext cx="168846" cy="13506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11870" y="4341688"/>
            <a:ext cx="762416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 insights to optimize strategy and drive revenue growth.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2026-05-05T16:23:29Z</dcterms:created>
  <dcterms:modified xsi:type="dcterms:W3CDTF">2026-05-05T16:23:29Z</dcterms:modified>
</cp:coreProperties>
</file>